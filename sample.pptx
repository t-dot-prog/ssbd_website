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66" d="100"/>
          <a:sy n="66" d="100"/>
        </p:scale>
        <p:origin x="804" y="72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0" Type="http://schemas.microsoft.com/office/2007/relationships/hdphoto" Target="../media/hdphoto2.wdp"/><Relationship Id="rId11" Type="http://schemas.openxmlformats.org/officeDocument/2006/relationships/image" Target="../media/image8.png"/><Relationship Id="rId1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37360" y="2862072"/>
            <a:ext cx="6711696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i="0" sz="2000">
                <a:latin typeface="Slight"/>
              </a:defRPr>
            </a:pPr>
            <a:r>
              <a:t>A. F. M. Mohaimen Khan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39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Times New Roman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12</cp:revision>
  <dcterms:created xsi:type="dcterms:W3CDTF">2006-08-16T00:00:00Z</dcterms:created>
  <dcterms:modified xsi:type="dcterms:W3CDTF">2025-11-12T12:54:09Z</dcterms:modified>
  <dc:identifier>DAG2nvPd-m0</dc:identifier>
</cp:coreProperties>
</file>