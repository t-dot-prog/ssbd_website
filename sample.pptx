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840" y="60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0" Type="http://schemas.microsoft.com/office/2007/relationships/hdphoto" Target="../media/hdphoto2.wdp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2862072"/>
            <a:ext cx="6711696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i="0" sz="2000">
                <a:latin typeface="Slight"/>
              </a:defRPr>
            </a:pPr>
            <a:r>
              <a:t>A. F. M. Mohaimen Khan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39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Aptos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11</cp:revision>
  <dcterms:created xsi:type="dcterms:W3CDTF">2006-08-16T00:00:00Z</dcterms:created>
  <dcterms:modified xsi:type="dcterms:W3CDTF">2025-10-26T17:24:20Z</dcterms:modified>
  <dc:identifier>DAG2nvPd-m0</dc:identifier>
</cp:coreProperties>
</file>