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embeddedFontLst>
    <p:embeddedFont>
      <p:font typeface="Slight" panose="020B0604020202020204" charset="0"/>
      <p:regular r:id="rId4"/>
    </p:embeddedFont>
  </p:embeddedFontLst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75" d="100"/>
          <a:sy n="75" d="100"/>
        </p:scale>
        <p:origin x="1056" y="66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22.11.2025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US" sz="1800" b="1" i="0" u="none" strike="noStrike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SSBDCE202504020</a:t>
              </a:r>
              <a:r>
                <a:rPr lang="en-US" sz="2000" dirty="0"/>
                <a:t>  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6EFF51-41A5-6098-2F3B-EAFA09638BE7}"/>
              </a:ext>
            </a:extLst>
          </p:cNvPr>
          <p:cNvSpPr txBox="1"/>
          <p:nvPr/>
        </p:nvSpPr>
        <p:spPr>
          <a:xfrm>
            <a:off x="2979621" y="3097281"/>
            <a:ext cx="509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Slight" panose="020B0604020202020204" charset="0"/>
              </a:rPr>
              <a:t>Araf Bin Islam Swapnil</a:t>
            </a:r>
            <a:r>
              <a:rPr lang="en-US" sz="2000" dirty="0">
                <a:latin typeface="Slight" panose="020B060402020202020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746</TotalTime>
  <Words>43</Words>
  <Application>Microsoft Office PowerPoint</Application>
  <PresentationFormat>A4 Paper (210x297 mm)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Slight</vt:lpstr>
      <vt:lpstr>Aptos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27</cp:revision>
  <dcterms:created xsi:type="dcterms:W3CDTF">2006-08-16T00:00:00Z</dcterms:created>
  <dcterms:modified xsi:type="dcterms:W3CDTF">2026-02-23T13:25:21Z</dcterms:modified>
  <dc:identifier>DAG2nvPd-m0</dc:identifier>
</cp:coreProperties>
</file>