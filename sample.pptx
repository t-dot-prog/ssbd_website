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7" r:id="rId2"/>
  </p:sldIdLst>
  <p:sldSz cx="9906000" cy="6858000" type="A4"/>
  <p:notesSz cx="6858000" cy="9144000"/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9E4"/>
    <a:srgbClr val="6DE4E8"/>
    <a:srgbClr val="EAE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840" y="60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A3E32-B134-42CF-BF99-9DCA3D02EB99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A7DF3B-48DA-463D-B190-B8A699C71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4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png"/><Relationship Id="rId7" Type="http://schemas.openxmlformats.org/officeDocument/2006/relationships/image" Target="../media/image5.sv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0" Type="http://schemas.microsoft.com/office/2007/relationships/hdphoto" Target="../media/hdphoto2.wdp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14.11.2021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GB" b="1" dirty="0">
                  <a:solidFill>
                    <a:schemeClr val="dk1"/>
                  </a:solidFill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SSBDCE202504011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37360" y="2862072"/>
            <a:ext cx="6711696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i="0" sz="2000">
                <a:latin typeface="Slight"/>
              </a:defRPr>
            </a:pPr>
            <a:r>
              <a:t>A. K. M Mahmud - Ul - Hasan</a:t>
            </a:r>
          </a:p>
        </p:txBody>
      </p:sp>
    </p:spTree>
    <p:extLst>
      <p:ext uri="{BB962C8B-B14F-4D97-AF65-F5344CB8AC3E}">
        <p14:creationId xmlns:p14="http://schemas.microsoft.com/office/powerpoint/2010/main" val="272960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715</TotalTime>
  <Words>39</Words>
  <Application>Microsoft Office PowerPoint</Application>
  <PresentationFormat>A4 Paper (210x297 mm)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Aptos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Beige Aesthetic Elegant Completion Certificate</dc:title>
  <dc:creator>Tahasin Islam</dc:creator>
  <cp:lastModifiedBy>Tahasin Islam</cp:lastModifiedBy>
  <cp:revision>11</cp:revision>
  <dcterms:created xsi:type="dcterms:W3CDTF">2006-08-16T00:00:00Z</dcterms:created>
  <dcterms:modified xsi:type="dcterms:W3CDTF">2025-10-26T17:24:20Z</dcterms:modified>
  <dc:identifier>DAG2nvPd-m0</dc:identifier>
</cp:coreProperties>
</file>