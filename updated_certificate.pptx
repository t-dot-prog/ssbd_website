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3.svg" ContentType="image/svg+xml"/>
  <Override PartName="/ppt/media/image5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3"/>
  </p:notesMasterIdLst>
  <p:sldIdLst>
    <p:sldId id="257" r:id="rId2"/>
  </p:sldIdLst>
  <p:sldSz cx="9906000" cy="6858000" type="A4"/>
  <p:notesSz cx="6858000" cy="9144000"/>
  <p:defaultTextStyle>
    <a:defPPr>
      <a:defRPr lang="en-US"/>
    </a:defPPr>
    <a:lvl1pPr marL="0" algn="l" defTabSz="839876" rtl="0" eaLnBrk="1" latinLnBrk="0" hangingPunct="1">
      <a:defRPr sz="1653" kern="1200">
        <a:solidFill>
          <a:schemeClr val="tx1"/>
        </a:solidFill>
        <a:latin typeface="+mn-lt"/>
        <a:ea typeface="+mn-ea"/>
        <a:cs typeface="+mn-cs"/>
      </a:defRPr>
    </a:lvl1pPr>
    <a:lvl2pPr marL="419938" algn="l" defTabSz="839876" rtl="0" eaLnBrk="1" latinLnBrk="0" hangingPunct="1">
      <a:defRPr sz="1653" kern="1200">
        <a:solidFill>
          <a:schemeClr val="tx1"/>
        </a:solidFill>
        <a:latin typeface="+mn-lt"/>
        <a:ea typeface="+mn-ea"/>
        <a:cs typeface="+mn-cs"/>
      </a:defRPr>
    </a:lvl2pPr>
    <a:lvl3pPr marL="839876" algn="l" defTabSz="839876" rtl="0" eaLnBrk="1" latinLnBrk="0" hangingPunct="1">
      <a:defRPr sz="1653" kern="1200">
        <a:solidFill>
          <a:schemeClr val="tx1"/>
        </a:solidFill>
        <a:latin typeface="+mn-lt"/>
        <a:ea typeface="+mn-ea"/>
        <a:cs typeface="+mn-cs"/>
      </a:defRPr>
    </a:lvl3pPr>
    <a:lvl4pPr marL="1259815" algn="l" defTabSz="839876" rtl="0" eaLnBrk="1" latinLnBrk="0" hangingPunct="1">
      <a:defRPr sz="1653" kern="1200">
        <a:solidFill>
          <a:schemeClr val="tx1"/>
        </a:solidFill>
        <a:latin typeface="+mn-lt"/>
        <a:ea typeface="+mn-ea"/>
        <a:cs typeface="+mn-cs"/>
      </a:defRPr>
    </a:lvl4pPr>
    <a:lvl5pPr marL="1679753" algn="l" defTabSz="839876" rtl="0" eaLnBrk="1" latinLnBrk="0" hangingPunct="1">
      <a:defRPr sz="1653" kern="1200">
        <a:solidFill>
          <a:schemeClr val="tx1"/>
        </a:solidFill>
        <a:latin typeface="+mn-lt"/>
        <a:ea typeface="+mn-ea"/>
        <a:cs typeface="+mn-cs"/>
      </a:defRPr>
    </a:lvl5pPr>
    <a:lvl6pPr marL="2099691" algn="l" defTabSz="839876" rtl="0" eaLnBrk="1" latinLnBrk="0" hangingPunct="1">
      <a:defRPr sz="1653" kern="1200">
        <a:solidFill>
          <a:schemeClr val="tx1"/>
        </a:solidFill>
        <a:latin typeface="+mn-lt"/>
        <a:ea typeface="+mn-ea"/>
        <a:cs typeface="+mn-cs"/>
      </a:defRPr>
    </a:lvl6pPr>
    <a:lvl7pPr marL="2519629" algn="l" defTabSz="839876" rtl="0" eaLnBrk="1" latinLnBrk="0" hangingPunct="1">
      <a:defRPr sz="1653" kern="1200">
        <a:solidFill>
          <a:schemeClr val="tx1"/>
        </a:solidFill>
        <a:latin typeface="+mn-lt"/>
        <a:ea typeface="+mn-ea"/>
        <a:cs typeface="+mn-cs"/>
      </a:defRPr>
    </a:lvl7pPr>
    <a:lvl8pPr marL="2939567" algn="l" defTabSz="839876" rtl="0" eaLnBrk="1" latinLnBrk="0" hangingPunct="1">
      <a:defRPr sz="1653" kern="1200">
        <a:solidFill>
          <a:schemeClr val="tx1"/>
        </a:solidFill>
        <a:latin typeface="+mn-lt"/>
        <a:ea typeface="+mn-ea"/>
        <a:cs typeface="+mn-cs"/>
      </a:defRPr>
    </a:lvl8pPr>
    <a:lvl9pPr marL="3359506" algn="l" defTabSz="839876" rtl="0" eaLnBrk="1" latinLnBrk="0" hangingPunct="1">
      <a:defRPr sz="1653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60" userDrawn="1">
          <p15:clr>
            <a:srgbClr val="A4A3A4"/>
          </p15:clr>
        </p15:guide>
        <p15:guide id="2" pos="266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DE9E4"/>
    <a:srgbClr val="6DE4E8"/>
    <a:srgbClr val="EAE6E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 autoAdjust="0"/>
    <p:restoredTop sz="94622" autoAdjust="0"/>
  </p:normalViewPr>
  <p:slideViewPr>
    <p:cSldViewPr>
      <p:cViewPr varScale="1">
        <p:scale>
          <a:sx n="69" d="100"/>
          <a:sy n="69" d="100"/>
        </p:scale>
        <p:origin x="840" y="60"/>
      </p:cViewPr>
      <p:guideLst>
        <p:guide orient="horz" pos="1960"/>
        <p:guide pos="266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1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D2A3E32-B134-42CF-BF99-9DCA3D02EB99}" type="datetimeFigureOut">
              <a:rPr lang="en-US" smtClean="0"/>
              <a:t>10/26/2025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200150" y="1143000"/>
            <a:ext cx="44577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49"/>
            <a:ext cx="5486400" cy="3600451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5A7DF3B-48DA-463D-B190-B8A699C716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88495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839876" rtl="0" eaLnBrk="1" latinLnBrk="0" hangingPunct="1">
      <a:defRPr sz="1102" kern="1200">
        <a:solidFill>
          <a:schemeClr val="tx1"/>
        </a:solidFill>
        <a:latin typeface="+mn-lt"/>
        <a:ea typeface="+mn-ea"/>
        <a:cs typeface="+mn-cs"/>
      </a:defRPr>
    </a:lvl1pPr>
    <a:lvl2pPr marL="419938" algn="l" defTabSz="839876" rtl="0" eaLnBrk="1" latinLnBrk="0" hangingPunct="1">
      <a:defRPr sz="1102" kern="1200">
        <a:solidFill>
          <a:schemeClr val="tx1"/>
        </a:solidFill>
        <a:latin typeface="+mn-lt"/>
        <a:ea typeface="+mn-ea"/>
        <a:cs typeface="+mn-cs"/>
      </a:defRPr>
    </a:lvl2pPr>
    <a:lvl3pPr marL="839876" algn="l" defTabSz="839876" rtl="0" eaLnBrk="1" latinLnBrk="0" hangingPunct="1">
      <a:defRPr sz="1102" kern="1200">
        <a:solidFill>
          <a:schemeClr val="tx1"/>
        </a:solidFill>
        <a:latin typeface="+mn-lt"/>
        <a:ea typeface="+mn-ea"/>
        <a:cs typeface="+mn-cs"/>
      </a:defRPr>
    </a:lvl3pPr>
    <a:lvl4pPr marL="1259815" algn="l" defTabSz="839876" rtl="0" eaLnBrk="1" latinLnBrk="0" hangingPunct="1">
      <a:defRPr sz="1102" kern="1200">
        <a:solidFill>
          <a:schemeClr val="tx1"/>
        </a:solidFill>
        <a:latin typeface="+mn-lt"/>
        <a:ea typeface="+mn-ea"/>
        <a:cs typeface="+mn-cs"/>
      </a:defRPr>
    </a:lvl4pPr>
    <a:lvl5pPr marL="1679753" algn="l" defTabSz="839876" rtl="0" eaLnBrk="1" latinLnBrk="0" hangingPunct="1">
      <a:defRPr sz="1102" kern="1200">
        <a:solidFill>
          <a:schemeClr val="tx1"/>
        </a:solidFill>
        <a:latin typeface="+mn-lt"/>
        <a:ea typeface="+mn-ea"/>
        <a:cs typeface="+mn-cs"/>
      </a:defRPr>
    </a:lvl5pPr>
    <a:lvl6pPr marL="2099691" algn="l" defTabSz="839876" rtl="0" eaLnBrk="1" latinLnBrk="0" hangingPunct="1">
      <a:defRPr sz="1102" kern="1200">
        <a:solidFill>
          <a:schemeClr val="tx1"/>
        </a:solidFill>
        <a:latin typeface="+mn-lt"/>
        <a:ea typeface="+mn-ea"/>
        <a:cs typeface="+mn-cs"/>
      </a:defRPr>
    </a:lvl6pPr>
    <a:lvl7pPr marL="2519629" algn="l" defTabSz="839876" rtl="0" eaLnBrk="1" latinLnBrk="0" hangingPunct="1">
      <a:defRPr sz="1102" kern="1200">
        <a:solidFill>
          <a:schemeClr val="tx1"/>
        </a:solidFill>
        <a:latin typeface="+mn-lt"/>
        <a:ea typeface="+mn-ea"/>
        <a:cs typeface="+mn-cs"/>
      </a:defRPr>
    </a:lvl7pPr>
    <a:lvl8pPr marL="2939567" algn="l" defTabSz="839876" rtl="0" eaLnBrk="1" latinLnBrk="0" hangingPunct="1">
      <a:defRPr sz="1102" kern="1200">
        <a:solidFill>
          <a:schemeClr val="tx1"/>
        </a:solidFill>
        <a:latin typeface="+mn-lt"/>
        <a:ea typeface="+mn-ea"/>
        <a:cs typeface="+mn-cs"/>
      </a:defRPr>
    </a:lvl8pPr>
    <a:lvl9pPr marL="3359506" algn="l" defTabSz="839876" rtl="0" eaLnBrk="1" latinLnBrk="0" hangingPunct="1">
      <a:defRPr sz="1102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35301" y="1933496"/>
            <a:ext cx="7200086" cy="133414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70603" y="3526971"/>
            <a:ext cx="5929482" cy="1590595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9126" y="3999540"/>
            <a:ext cx="7200086" cy="1236169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9126" y="2638026"/>
            <a:ext cx="7200086" cy="1361514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23534" y="1452283"/>
            <a:ext cx="3741221" cy="410759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305933" y="1452283"/>
            <a:ext cx="3741221" cy="410759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23534" y="1393212"/>
            <a:ext cx="3742692" cy="580624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23534" y="1973836"/>
            <a:ext cx="3742692" cy="358604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02993" y="1393212"/>
            <a:ext cx="3744162" cy="580624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302993" y="1973836"/>
            <a:ext cx="3744162" cy="358604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3535" y="247810"/>
            <a:ext cx="2786798" cy="105463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11804" y="247811"/>
            <a:ext cx="4735350" cy="5312069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23535" y="1302444"/>
            <a:ext cx="2786798" cy="425743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60314" y="4356847"/>
            <a:ext cx="5082413" cy="5143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660314" y="556132"/>
            <a:ext cx="5082413" cy="373444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60314" y="4871198"/>
            <a:ext cx="5082413" cy="7304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141249" y="249252"/>
            <a:ext cx="1905905" cy="531062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23534" y="249252"/>
            <a:ext cx="5576537" cy="531062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23534" y="249251"/>
            <a:ext cx="7623620" cy="103734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23534" y="1452283"/>
            <a:ext cx="7623620" cy="41075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23534" y="5768789"/>
            <a:ext cx="1976494" cy="33137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94152" y="5768789"/>
            <a:ext cx="2682385" cy="33137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070660" y="5768789"/>
            <a:ext cx="1976494" cy="33137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microsoft.com/office/2007/relationships/hdphoto" Target="../media/hdphoto1.wdp"/><Relationship Id="rId4" Type="http://schemas.openxmlformats.org/officeDocument/2006/relationships/image" Target="../media/image2.png"/><Relationship Id="rId5" Type="http://schemas.openxmlformats.org/officeDocument/2006/relationships/image" Target="../media/image3.svg"/><Relationship Id="rId6" Type="http://schemas.openxmlformats.org/officeDocument/2006/relationships/image" Target="../media/image4.png"/><Relationship Id="rId7" Type="http://schemas.openxmlformats.org/officeDocument/2006/relationships/image" Target="../media/image5.svg"/><Relationship Id="rId8" Type="http://schemas.openxmlformats.org/officeDocument/2006/relationships/image" Target="../media/image6.jpg"/><Relationship Id="rId9" Type="http://schemas.openxmlformats.org/officeDocument/2006/relationships/image" Target="../media/image7.png"/><Relationship Id="rId10" Type="http://schemas.microsoft.com/office/2007/relationships/hdphoto" Target="../media/hdphoto2.wdp"/><Relationship Id="rId11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764931-86F4-7C9F-B2BB-560F2A463A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76E6FBCD-6C27-7E02-619A-B2776F692FD2}"/>
              </a:ext>
            </a:extLst>
          </p:cNvPr>
          <p:cNvSpPr/>
          <p:nvPr/>
        </p:nvSpPr>
        <p:spPr>
          <a:xfrm>
            <a:off x="-393700" y="-349250"/>
            <a:ext cx="10692000" cy="7560000"/>
          </a:xfrm>
          <a:custGeom>
            <a:avLst/>
            <a:gdLst/>
            <a:ahLst/>
            <a:cxnLst/>
            <a:rect l="l" t="t" r="r" b="b"/>
            <a:pathLst>
              <a:path w="10692000" h="7560000">
                <a:moveTo>
                  <a:pt x="0" y="0"/>
                </a:moveTo>
                <a:lnTo>
                  <a:pt x="10692000" y="0"/>
                </a:lnTo>
                <a:lnTo>
                  <a:pt x="10692000" y="7560000"/>
                </a:lnTo>
                <a:lnTo>
                  <a:pt x="0" y="7560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colorTemperature colorTemp="4700"/>
                      </a14:imgEffect>
                    </a14:imgLayer>
                  </a14:imgProps>
                </a:ext>
              </a:extLst>
            </a:blip>
            <a:stretch>
              <a:fillRect l="-1069" t="-22226" r="-1069" b="-22226"/>
            </a:stretch>
          </a:blipFill>
        </p:spPr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A0404BF7-1845-4262-7143-1E869AB360BB}"/>
              </a:ext>
            </a:extLst>
          </p:cNvPr>
          <p:cNvSpPr/>
          <p:nvPr/>
        </p:nvSpPr>
        <p:spPr>
          <a:xfrm rot="-5400000">
            <a:off x="1172299" y="-1915251"/>
            <a:ext cx="7560001" cy="10692000"/>
          </a:xfrm>
          <a:custGeom>
            <a:avLst/>
            <a:gdLst/>
            <a:ahLst/>
            <a:cxnLst/>
            <a:rect l="l" t="t" r="r" b="b"/>
            <a:pathLst>
              <a:path w="8274830" h="11066206">
                <a:moveTo>
                  <a:pt x="0" y="0"/>
                </a:moveTo>
                <a:lnTo>
                  <a:pt x="8274830" y="0"/>
                </a:lnTo>
                <a:lnTo>
                  <a:pt x="8274830" y="11066206"/>
                </a:lnTo>
                <a:lnTo>
                  <a:pt x="0" y="1106620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5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8D1AB6D7-DBC7-35A2-8697-93140A231AE4}"/>
              </a:ext>
            </a:extLst>
          </p:cNvPr>
          <p:cNvSpPr/>
          <p:nvPr/>
        </p:nvSpPr>
        <p:spPr>
          <a:xfrm>
            <a:off x="-143308" y="-118133"/>
            <a:ext cx="10191217" cy="7097766"/>
          </a:xfrm>
          <a:custGeom>
            <a:avLst/>
            <a:gdLst/>
            <a:ahLst/>
            <a:cxnLst/>
            <a:rect l="l" t="t" r="r" b="b"/>
            <a:pathLst>
              <a:path w="10191217" h="7097766">
                <a:moveTo>
                  <a:pt x="0" y="0"/>
                </a:moveTo>
                <a:lnTo>
                  <a:pt x="10191216" y="0"/>
                </a:lnTo>
                <a:lnTo>
                  <a:pt x="10191216" y="7097766"/>
                </a:lnTo>
                <a:lnTo>
                  <a:pt x="0" y="709776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5" name="AutoShape 5">
            <a:extLst>
              <a:ext uri="{FF2B5EF4-FFF2-40B4-BE49-F238E27FC236}">
                <a16:creationId xmlns:a16="http://schemas.microsoft.com/office/drawing/2014/main" id="{126A9028-3A04-0A9D-4CEE-EF53A531628F}"/>
              </a:ext>
            </a:extLst>
          </p:cNvPr>
          <p:cNvSpPr/>
          <p:nvPr/>
        </p:nvSpPr>
        <p:spPr>
          <a:xfrm>
            <a:off x="1219200" y="3581400"/>
            <a:ext cx="7620000" cy="0"/>
          </a:xfrm>
          <a:prstGeom prst="line">
            <a:avLst/>
          </a:prstGeom>
          <a:ln w="9525" cap="flat">
            <a:solidFill>
              <a:srgbClr val="3D3B3A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6" name="AutoShape 6">
            <a:extLst>
              <a:ext uri="{FF2B5EF4-FFF2-40B4-BE49-F238E27FC236}">
                <a16:creationId xmlns:a16="http://schemas.microsoft.com/office/drawing/2014/main" id="{EE28AAC3-A98B-6770-FEB0-E6513C7DCB7A}"/>
              </a:ext>
            </a:extLst>
          </p:cNvPr>
          <p:cNvSpPr/>
          <p:nvPr/>
        </p:nvSpPr>
        <p:spPr>
          <a:xfrm>
            <a:off x="202199" y="6053384"/>
            <a:ext cx="1994552" cy="0"/>
          </a:xfrm>
          <a:prstGeom prst="line">
            <a:avLst/>
          </a:prstGeom>
          <a:ln w="9525" cap="flat">
            <a:solidFill>
              <a:srgbClr val="3D3B3A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C31ADF7D-6553-0B03-2DAE-0643D47770DE}"/>
              </a:ext>
            </a:extLst>
          </p:cNvPr>
          <p:cNvSpPr txBox="1"/>
          <p:nvPr/>
        </p:nvSpPr>
        <p:spPr>
          <a:xfrm>
            <a:off x="865944" y="449448"/>
            <a:ext cx="7973256" cy="137935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2319"/>
              </a:lnSpc>
            </a:pPr>
            <a:r>
              <a:rPr lang="en-US" sz="6600" spc="300" dirty="0">
                <a:solidFill>
                  <a:srgbClr val="3D3B3A"/>
                </a:solidFill>
                <a:latin typeface="Times New Roman" panose="02020603050405020304" pitchFamily="18" charset="0"/>
                <a:ea typeface="Crimson Pro"/>
                <a:cs typeface="Times New Roman" panose="02020603050405020304" pitchFamily="18" charset="0"/>
                <a:sym typeface="Crimson Pro"/>
              </a:rPr>
              <a:t>CERTIFICATE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7B6B70C5-ED29-FC48-22E8-2B040C50A259}"/>
              </a:ext>
            </a:extLst>
          </p:cNvPr>
          <p:cNvSpPr txBox="1"/>
          <p:nvPr/>
        </p:nvSpPr>
        <p:spPr>
          <a:xfrm>
            <a:off x="2741033" y="1798519"/>
            <a:ext cx="4422537" cy="3396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</a:pPr>
            <a:r>
              <a:rPr lang="en-US" sz="1999" b="1" spc="300" dirty="0">
                <a:solidFill>
                  <a:srgbClr val="3D3B3A"/>
                </a:solidFill>
                <a:latin typeface="Times New Roman" panose="02020603050405020304" pitchFamily="18" charset="0"/>
                <a:ea typeface="Open Sans Bold"/>
                <a:cs typeface="Times New Roman" panose="02020603050405020304" pitchFamily="18" charset="0"/>
                <a:sym typeface="Open Sans Bold"/>
              </a:rPr>
              <a:t>OF COMPLETION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610F67F0-50A1-61A2-A9D5-648C1C947CEB}"/>
              </a:ext>
            </a:extLst>
          </p:cNvPr>
          <p:cNvSpPr txBox="1"/>
          <p:nvPr/>
        </p:nvSpPr>
        <p:spPr>
          <a:xfrm>
            <a:off x="2895600" y="2362201"/>
            <a:ext cx="3572224" cy="2821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39"/>
              </a:lnSpc>
            </a:pPr>
            <a:r>
              <a:rPr lang="en-US" sz="2400" i="1" spc="239" dirty="0">
                <a:solidFill>
                  <a:srgbClr val="3D3B3A"/>
                </a:solidFill>
                <a:latin typeface="Times New Roman" panose="02020603050405020304" pitchFamily="18" charset="0"/>
                <a:ea typeface="Crimson Pro Italics"/>
                <a:cs typeface="Times New Roman" panose="02020603050405020304" pitchFamily="18" charset="0"/>
                <a:sym typeface="Crimson Pro Italics"/>
              </a:rPr>
              <a:t>proudly presented to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12A8C5E2-A48E-5EA9-21B5-01A46D97B04C}"/>
              </a:ext>
            </a:extLst>
          </p:cNvPr>
          <p:cNvSpPr txBox="1"/>
          <p:nvPr/>
        </p:nvSpPr>
        <p:spPr>
          <a:xfrm>
            <a:off x="-168708" y="3753453"/>
            <a:ext cx="9485928" cy="28212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239"/>
              </a:lnSpc>
              <a:spcBef>
                <a:spcPct val="0"/>
              </a:spcBef>
            </a:pPr>
            <a:r>
              <a:rPr lang="en-US" sz="2000" i="1" spc="239" dirty="0">
                <a:solidFill>
                  <a:srgbClr val="3D3B3A"/>
                </a:solidFill>
                <a:latin typeface="Times New Roman" panose="02020603050405020304" pitchFamily="18" charset="0"/>
                <a:ea typeface="Crimson Pro Italics"/>
                <a:cs typeface="Times New Roman" panose="02020603050405020304" pitchFamily="18" charset="0"/>
                <a:sym typeface="Crimson Pro Italics"/>
              </a:rPr>
              <a:t>For Successfully Completing the Course   </a:t>
            </a:r>
          </a:p>
        </p:txBody>
      </p:sp>
      <p:pic>
        <p:nvPicPr>
          <p:cNvPr id="19" name="Picture 18" descr="A logo with a flower in the middle">
            <a:extLst>
              <a:ext uri="{FF2B5EF4-FFF2-40B4-BE49-F238E27FC236}">
                <a16:creationId xmlns:a16="http://schemas.microsoft.com/office/drawing/2014/main" id="{BF5E03BA-F900-017F-2B19-98865D0BD05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137650" y="41186"/>
            <a:ext cx="873215" cy="873215"/>
          </a:xfrm>
          <a:prstGeom prst="rect">
            <a:avLst/>
          </a:prstGeom>
        </p:spPr>
      </p:pic>
      <p:grpSp>
        <p:nvGrpSpPr>
          <p:cNvPr id="43" name="Group 42">
            <a:extLst>
              <a:ext uri="{FF2B5EF4-FFF2-40B4-BE49-F238E27FC236}">
                <a16:creationId xmlns:a16="http://schemas.microsoft.com/office/drawing/2014/main" id="{DC80458B-5FEA-85CA-1E18-B9CEACB53B4A}"/>
              </a:ext>
            </a:extLst>
          </p:cNvPr>
          <p:cNvGrpSpPr/>
          <p:nvPr/>
        </p:nvGrpSpPr>
        <p:grpSpPr>
          <a:xfrm>
            <a:off x="2590800" y="4746044"/>
            <a:ext cx="4133996" cy="946323"/>
            <a:chOff x="3134732" y="4822490"/>
            <a:chExt cx="4133996" cy="946323"/>
          </a:xfrm>
        </p:grpSpPr>
        <p:sp>
          <p:nvSpPr>
            <p:cNvPr id="29" name="Google Shape;67;p13">
              <a:extLst>
                <a:ext uri="{FF2B5EF4-FFF2-40B4-BE49-F238E27FC236}">
                  <a16:creationId xmlns:a16="http://schemas.microsoft.com/office/drawing/2014/main" id="{6E368D4C-E42E-4B08-CEE7-FD7BAB5A4812}"/>
                </a:ext>
              </a:extLst>
            </p:cNvPr>
            <p:cNvSpPr txBox="1"/>
            <p:nvPr/>
          </p:nvSpPr>
          <p:spPr>
            <a:xfrm>
              <a:off x="3134732" y="4822490"/>
              <a:ext cx="1851600" cy="43900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algn="ctr"/>
              <a:r>
                <a:rPr lang="en-GB" b="1" dirty="0">
                  <a:solidFill>
                    <a:srgbClr val="1A1A1A"/>
                  </a:solidFill>
                  <a:latin typeface="Times New Roman" panose="02020603050405020304" pitchFamily="18" charset="0"/>
                  <a:ea typeface="Manrope SemiBold"/>
                  <a:cs typeface="Times New Roman" panose="02020603050405020304" pitchFamily="18" charset="0"/>
                  <a:sym typeface="Manrope SemiBold"/>
                </a:rPr>
                <a:t>Issuing date:</a:t>
              </a:r>
              <a:endParaRPr b="1" dirty="0">
                <a:solidFill>
                  <a:srgbClr val="1A1A1A"/>
                </a:solidFill>
                <a:latin typeface="Times New Roman" panose="02020603050405020304" pitchFamily="18" charset="0"/>
                <a:ea typeface="Manrope SemiBold"/>
                <a:cs typeface="Times New Roman" panose="02020603050405020304" pitchFamily="18" charset="0"/>
                <a:sym typeface="Manrope SemiBold"/>
              </a:endParaRPr>
            </a:p>
          </p:txBody>
        </p:sp>
        <p:sp>
          <p:nvSpPr>
            <p:cNvPr id="30" name="Google Shape;68;p13">
              <a:extLst>
                <a:ext uri="{FF2B5EF4-FFF2-40B4-BE49-F238E27FC236}">
                  <a16:creationId xmlns:a16="http://schemas.microsoft.com/office/drawing/2014/main" id="{43BE00DD-CA5C-A70B-E553-4DCEADD7071E}"/>
                </a:ext>
              </a:extLst>
            </p:cNvPr>
            <p:cNvSpPr txBox="1"/>
            <p:nvPr/>
          </p:nvSpPr>
          <p:spPr>
            <a:xfrm>
              <a:off x="3169339" y="5329812"/>
              <a:ext cx="1851600" cy="43900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algn="ctr"/>
              <a:r>
                <a:rPr lang="en-GB" b="1" dirty="0">
                  <a:solidFill>
                    <a:srgbClr val="1A1A1A"/>
                  </a:solidFill>
                  <a:latin typeface="Times New Roman" panose="02020603050405020304" pitchFamily="18" charset="0"/>
                  <a:ea typeface="Manrope SemiBold"/>
                  <a:cs typeface="Times New Roman" panose="02020603050405020304" pitchFamily="18" charset="0"/>
                  <a:sym typeface="Manrope SemiBold"/>
                </a:rPr>
                <a:t>Certificate ID:</a:t>
              </a:r>
              <a:endParaRPr b="1" dirty="0">
                <a:solidFill>
                  <a:srgbClr val="1A1A1A"/>
                </a:solidFill>
                <a:latin typeface="Times New Roman" panose="02020603050405020304" pitchFamily="18" charset="0"/>
                <a:ea typeface="Manrope SemiBold"/>
                <a:cs typeface="Times New Roman" panose="02020603050405020304" pitchFamily="18" charset="0"/>
                <a:sym typeface="Manrope SemiBold"/>
              </a:endParaRPr>
            </a:p>
          </p:txBody>
        </p:sp>
        <p:sp>
          <p:nvSpPr>
            <p:cNvPr id="31" name="Google Shape;69;p13">
              <a:extLst>
                <a:ext uri="{FF2B5EF4-FFF2-40B4-BE49-F238E27FC236}">
                  <a16:creationId xmlns:a16="http://schemas.microsoft.com/office/drawing/2014/main" id="{DADD0419-B4A4-43D5-806A-1DFD228820D2}"/>
                </a:ext>
              </a:extLst>
            </p:cNvPr>
            <p:cNvSpPr/>
            <p:nvPr/>
          </p:nvSpPr>
          <p:spPr>
            <a:xfrm>
              <a:off x="4792339" y="4989676"/>
              <a:ext cx="1622100" cy="172950"/>
            </a:xfrm>
            <a:prstGeom prst="roundRect">
              <a:avLst>
                <a:gd name="adj" fmla="val 16667"/>
              </a:avLst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algn="ctr"/>
              <a:r>
                <a:rPr lang="en-GB" b="1" dirty="0">
                  <a:latin typeface="Times New Roman" panose="02020603050405020304" pitchFamily="18" charset="0"/>
                  <a:ea typeface="Manrope Medium"/>
                  <a:cs typeface="Times New Roman" panose="02020603050405020304" pitchFamily="18" charset="0"/>
                  <a:sym typeface="Manrope Medium"/>
                </a:rPr>
                <a:t>14.11.2021</a:t>
              </a:r>
              <a:endParaRPr b="1" dirty="0">
                <a:latin typeface="Times New Roman" panose="02020603050405020304" pitchFamily="18" charset="0"/>
                <a:ea typeface="Manrope Medium"/>
                <a:cs typeface="Times New Roman" panose="02020603050405020304" pitchFamily="18" charset="0"/>
                <a:sym typeface="Manrope Medium"/>
              </a:endParaRPr>
            </a:p>
          </p:txBody>
        </p:sp>
        <p:sp>
          <p:nvSpPr>
            <p:cNvPr id="32" name="Google Shape;70;p13">
              <a:extLst>
                <a:ext uri="{FF2B5EF4-FFF2-40B4-BE49-F238E27FC236}">
                  <a16:creationId xmlns:a16="http://schemas.microsoft.com/office/drawing/2014/main" id="{B1B6A257-4CEE-4AC7-AA1C-AF161C630023}"/>
                </a:ext>
              </a:extLst>
            </p:cNvPr>
            <p:cNvSpPr/>
            <p:nvPr/>
          </p:nvSpPr>
          <p:spPr>
            <a:xfrm>
              <a:off x="4944739" y="5467426"/>
              <a:ext cx="2323989" cy="172950"/>
            </a:xfrm>
            <a:prstGeom prst="roundRect">
              <a:avLst>
                <a:gd name="adj" fmla="val 16667"/>
              </a:avLst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lvl="0">
                <a:buClr>
                  <a:schemeClr val="dk1"/>
                </a:buClr>
                <a:buSzPts val="1100"/>
              </a:pPr>
              <a:r>
                <a:rPr lang="en-GB" b="1" dirty="0">
                  <a:solidFill>
                    <a:schemeClr val="dk1"/>
                  </a:solidFill>
                  <a:latin typeface="Times New Roman" panose="02020603050405020304" pitchFamily="18" charset="0"/>
                  <a:ea typeface="Manrope Medium"/>
                  <a:cs typeface="Times New Roman" panose="02020603050405020304" pitchFamily="18" charset="0"/>
                  <a:sym typeface="Manrope Medium"/>
                </a:rPr>
                <a:t>SSBDCE202504011</a:t>
              </a:r>
              <a:endParaRPr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7" name="Google Shape;62;p13">
            <a:extLst>
              <a:ext uri="{FF2B5EF4-FFF2-40B4-BE49-F238E27FC236}">
                <a16:creationId xmlns:a16="http://schemas.microsoft.com/office/drawing/2014/main" id="{C1FF7043-C2CF-ED75-24AF-C08761F1B429}"/>
              </a:ext>
            </a:extLst>
          </p:cNvPr>
          <p:cNvSpPr txBox="1"/>
          <p:nvPr/>
        </p:nvSpPr>
        <p:spPr>
          <a:xfrm>
            <a:off x="2938266" y="6070025"/>
            <a:ext cx="4148335" cy="553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en-GB" sz="2400" b="1" dirty="0">
                <a:solidFill>
                  <a:srgbClr val="21295C"/>
                </a:solidFill>
                <a:latin typeface="Times New Roman" panose="02020603050405020304" pitchFamily="18" charset="0"/>
                <a:ea typeface="Manrope SemiBold"/>
                <a:cs typeface="Times New Roman" panose="02020603050405020304" pitchFamily="18" charset="0"/>
                <a:sym typeface="Manrope SemiBold"/>
              </a:rPr>
              <a:t>Simulation Support BD-SSBD</a:t>
            </a:r>
            <a:endParaRPr sz="2400" b="1" dirty="0">
              <a:solidFill>
                <a:srgbClr val="21295C"/>
              </a:solidFill>
              <a:latin typeface="Times New Roman" panose="02020603050405020304" pitchFamily="18" charset="0"/>
              <a:ea typeface="Manrope SemiBold"/>
              <a:cs typeface="Times New Roman" panose="02020603050405020304" pitchFamily="18" charset="0"/>
              <a:sym typeface="Manrope SemiBold"/>
            </a:endParaRPr>
          </a:p>
        </p:txBody>
      </p:sp>
      <p:pic>
        <p:nvPicPr>
          <p:cNvPr id="18" name="Picture 17" descr="A logo with a flower in the middle">
            <a:extLst>
              <a:ext uri="{FF2B5EF4-FFF2-40B4-BE49-F238E27FC236}">
                <a16:creationId xmlns:a16="http://schemas.microsoft.com/office/drawing/2014/main" id="{BB8ED5D0-3F7C-8C2A-F60E-0CBA9C30FA5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589105" y="6165148"/>
            <a:ext cx="390516" cy="390516"/>
          </a:xfrm>
          <a:prstGeom prst="rect">
            <a:avLst/>
          </a:prstGeom>
        </p:spPr>
      </p:pic>
      <p:pic>
        <p:nvPicPr>
          <p:cNvPr id="20" name="Picture 19" descr="A black text on a white background">
            <a:extLst>
              <a:ext uri="{FF2B5EF4-FFF2-40B4-BE49-F238E27FC236}">
                <a16:creationId xmlns:a16="http://schemas.microsoft.com/office/drawing/2014/main" id="{1FCDC1F2-AA23-223F-12C6-33B58820162A}"/>
              </a:ext>
            </a:extLst>
          </p:cNvPr>
          <p:cNvPicPr>
            <a:picLocks noChangeAspect="1"/>
          </p:cNvPicPr>
          <p:nvPr/>
        </p:nvPicPr>
        <p:blipFill>
          <a:blip r:embed="rId9">
            <a:clrChange>
              <a:clrFrom>
                <a:srgbClr val="F5FCFC"/>
              </a:clrFrom>
              <a:clrTo>
                <a:srgbClr val="F5FCFC">
                  <a:alpha val="0"/>
                </a:srgbClr>
              </a:clrTo>
            </a:clrChange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colorTemperature colorTemp="5900"/>
                    </a14:imgEffect>
                    <a14:imgEffect>
                      <a14:saturation sat="66000"/>
                    </a14:imgEffect>
                    <a14:imgEffect>
                      <a14:brightnessContrast contrast="-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72520" y="5308693"/>
            <a:ext cx="2053910" cy="649047"/>
          </a:xfrm>
          <a:prstGeom prst="rect">
            <a:avLst/>
          </a:prstGeom>
        </p:spPr>
      </p:pic>
      <p:sp>
        <p:nvSpPr>
          <p:cNvPr id="21" name="TextBox 32">
            <a:extLst>
              <a:ext uri="{FF2B5EF4-FFF2-40B4-BE49-F238E27FC236}">
                <a16:creationId xmlns:a16="http://schemas.microsoft.com/office/drawing/2014/main" id="{6DDF1B89-C943-8779-C4A3-2CB5792FC180}"/>
              </a:ext>
            </a:extLst>
          </p:cNvPr>
          <p:cNvSpPr txBox="1"/>
          <p:nvPr/>
        </p:nvSpPr>
        <p:spPr>
          <a:xfrm>
            <a:off x="232090" y="6149031"/>
            <a:ext cx="1892564" cy="20659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sz="1200" b="1" dirty="0">
                <a:solidFill>
                  <a:srgbClr val="1D1D1D"/>
                </a:solidFill>
                <a:latin typeface="Times New Roman" panose="02020603050405020304" pitchFamily="18" charset="0"/>
                <a:ea typeface="Poppins Bold"/>
                <a:cs typeface="Times New Roman" panose="02020603050405020304" pitchFamily="18" charset="0"/>
                <a:sym typeface="Poppins Bold"/>
              </a:rPr>
              <a:t>Sultan Mahmud</a:t>
            </a:r>
          </a:p>
        </p:txBody>
      </p:sp>
      <p:sp>
        <p:nvSpPr>
          <p:cNvPr id="22" name="TextBox 33">
            <a:extLst>
              <a:ext uri="{FF2B5EF4-FFF2-40B4-BE49-F238E27FC236}">
                <a16:creationId xmlns:a16="http://schemas.microsoft.com/office/drawing/2014/main" id="{362EE290-1C2D-F07B-86B6-D348DE686DB3}"/>
              </a:ext>
            </a:extLst>
          </p:cNvPr>
          <p:cNvSpPr txBox="1"/>
          <p:nvPr/>
        </p:nvSpPr>
        <p:spPr>
          <a:xfrm>
            <a:off x="241036" y="6362035"/>
            <a:ext cx="1892564" cy="2041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80"/>
              </a:lnSpc>
            </a:pPr>
            <a:r>
              <a:rPr lang="en-US" sz="1200" b="1" spc="60" dirty="0">
                <a:solidFill>
                  <a:srgbClr val="1D1D1D"/>
                </a:solidFill>
                <a:latin typeface="Times New Roman" panose="02020603050405020304" pitchFamily="18" charset="0"/>
                <a:ea typeface="Poppins Bold Italics"/>
                <a:cs typeface="Times New Roman" panose="02020603050405020304" pitchFamily="18" charset="0"/>
                <a:sym typeface="Poppins Bold Italics"/>
              </a:rPr>
              <a:t>Instructor</a:t>
            </a:r>
          </a:p>
        </p:txBody>
      </p:sp>
      <p:sp>
        <p:nvSpPr>
          <p:cNvPr id="40" name="AutoShape 6">
            <a:extLst>
              <a:ext uri="{FF2B5EF4-FFF2-40B4-BE49-F238E27FC236}">
                <a16:creationId xmlns:a16="http://schemas.microsoft.com/office/drawing/2014/main" id="{BBB655E5-19CF-D730-2C4F-6CC4C5F5C1F4}"/>
              </a:ext>
            </a:extLst>
          </p:cNvPr>
          <p:cNvSpPr/>
          <p:nvPr/>
        </p:nvSpPr>
        <p:spPr>
          <a:xfrm>
            <a:off x="7543801" y="6052348"/>
            <a:ext cx="2246315" cy="0"/>
          </a:xfrm>
          <a:prstGeom prst="line">
            <a:avLst/>
          </a:prstGeom>
          <a:ln w="9525" cap="flat">
            <a:solidFill>
              <a:srgbClr val="3D3B3A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1" name="TextBox 32">
            <a:extLst>
              <a:ext uri="{FF2B5EF4-FFF2-40B4-BE49-F238E27FC236}">
                <a16:creationId xmlns:a16="http://schemas.microsoft.com/office/drawing/2014/main" id="{5B8DAE1E-F788-4E89-5F95-CD1A4635C6DF}"/>
              </a:ext>
            </a:extLst>
          </p:cNvPr>
          <p:cNvSpPr txBox="1"/>
          <p:nvPr/>
        </p:nvSpPr>
        <p:spPr>
          <a:xfrm>
            <a:off x="7699690" y="6147995"/>
            <a:ext cx="1892564" cy="20659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681"/>
              </a:lnSpc>
            </a:pPr>
            <a:r>
              <a:rPr lang="en-US" sz="1201" b="1" dirty="0">
                <a:solidFill>
                  <a:srgbClr val="1D1D1D"/>
                </a:solidFill>
                <a:latin typeface="Times New Roman" panose="02020603050405020304" pitchFamily="18" charset="0"/>
                <a:ea typeface="Poppins Bold"/>
                <a:cs typeface="Times New Roman" panose="02020603050405020304" pitchFamily="18" charset="0"/>
                <a:sym typeface="Poppins Bold"/>
              </a:rPr>
              <a:t>Md Tasin Rahman Rakib</a:t>
            </a:r>
          </a:p>
        </p:txBody>
      </p:sp>
      <p:sp>
        <p:nvSpPr>
          <p:cNvPr id="42" name="TextBox 33">
            <a:extLst>
              <a:ext uri="{FF2B5EF4-FFF2-40B4-BE49-F238E27FC236}">
                <a16:creationId xmlns:a16="http://schemas.microsoft.com/office/drawing/2014/main" id="{1E20A8AC-46D0-3470-A32B-DBCF1F210749}"/>
              </a:ext>
            </a:extLst>
          </p:cNvPr>
          <p:cNvSpPr txBox="1"/>
          <p:nvPr/>
        </p:nvSpPr>
        <p:spPr>
          <a:xfrm>
            <a:off x="7708636" y="6360999"/>
            <a:ext cx="1892564" cy="2041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80"/>
              </a:lnSpc>
            </a:pPr>
            <a:r>
              <a:rPr lang="en-US" sz="1200" b="1" spc="60" dirty="0">
                <a:solidFill>
                  <a:srgbClr val="1D1D1D"/>
                </a:solidFill>
                <a:latin typeface="Times New Roman" panose="02020603050405020304" pitchFamily="18" charset="0"/>
                <a:ea typeface="Poppins Bold Italics"/>
                <a:cs typeface="Times New Roman" panose="02020603050405020304" pitchFamily="18" charset="0"/>
                <a:sym typeface="Poppins Bold Italics"/>
              </a:rPr>
              <a:t>Assistant Manager</a:t>
            </a:r>
          </a:p>
        </p:txBody>
      </p:sp>
      <p:pic>
        <p:nvPicPr>
          <p:cNvPr id="44" name="Picture 43">
            <a:extLst>
              <a:ext uri="{FF2B5EF4-FFF2-40B4-BE49-F238E27FC236}">
                <a16:creationId xmlns:a16="http://schemas.microsoft.com/office/drawing/2014/main" id="{2D04F591-1B12-FD47-5EDB-D0F78766E746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-1827530" y="990601"/>
            <a:ext cx="660434" cy="647733"/>
          </a:xfrm>
          <a:prstGeom prst="rect">
            <a:avLst/>
          </a:prstGeom>
        </p:spPr>
      </p:pic>
      <p:sp>
        <p:nvSpPr>
          <p:cNvPr id="45" name="TextBox 10">
            <a:extLst>
              <a:ext uri="{FF2B5EF4-FFF2-40B4-BE49-F238E27FC236}">
                <a16:creationId xmlns:a16="http://schemas.microsoft.com/office/drawing/2014/main" id="{D7FBE1CD-86A2-ED31-7E92-114FB00394EA}"/>
              </a:ext>
            </a:extLst>
          </p:cNvPr>
          <p:cNvSpPr txBox="1"/>
          <p:nvPr/>
        </p:nvSpPr>
        <p:spPr>
          <a:xfrm>
            <a:off x="311437" y="4334870"/>
            <a:ext cx="9617594" cy="3895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</a:pPr>
            <a:r>
              <a:rPr lang="en-US" sz="4000" b="1" dirty="0">
                <a:solidFill>
                  <a:srgbClr val="3D3B3A"/>
                </a:solidFill>
                <a:latin typeface="Times New Roman" panose="02020603050405020304" pitchFamily="18" charset="0"/>
                <a:ea typeface="Open Sans Bold"/>
                <a:cs typeface="Times New Roman" panose="02020603050405020304" pitchFamily="18" charset="0"/>
                <a:sym typeface="Open Sans Bold"/>
              </a:rPr>
              <a:t>ANSYS Fluent (CFD &amp; Heat Transfer)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737360" y="2862072"/>
            <a:ext cx="6711696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i="0" sz="2800">
                <a:latin typeface="Slight"/>
              </a:defRPr>
            </a:pPr>
            <a:r>
              <a:t>Md. Abdullah Inzum Adib</a:t>
            </a:r>
          </a:p>
        </p:txBody>
      </p:sp>
    </p:spTree>
    <p:extLst>
      <p:ext uri="{BB962C8B-B14F-4D97-AF65-F5344CB8AC3E}">
        <p14:creationId xmlns:p14="http://schemas.microsoft.com/office/powerpoint/2010/main" val="27296038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406</TotalTime>
  <Words>39</Words>
  <Application>Microsoft Office PowerPoint</Application>
  <PresentationFormat>A4 Paper (210x297 mm)</PresentationFormat>
  <Paragraphs>14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Aptos</vt:lpstr>
      <vt:lpstr>Times New Roman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Cream Beige Aesthetic Elegant Completion Certificate</dc:title>
  <dc:creator>Tahasin Islam</dc:creator>
  <cp:lastModifiedBy>Tahasin Islam</cp:lastModifiedBy>
  <cp:revision>10</cp:revision>
  <dcterms:created xsi:type="dcterms:W3CDTF">2006-08-16T00:00:00Z</dcterms:created>
  <dcterms:modified xsi:type="dcterms:W3CDTF">2025-10-26T12:15:34Z</dcterms:modified>
  <dc:identifier>DAG2nvPd-m0</dc:identifier>
</cp:coreProperties>
</file>